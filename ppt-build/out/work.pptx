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h2le2S78G+d43hnL7hqE1scH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BITSHIFT</a:t>
            </a: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@BITSHIFT 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4" name="Google Shape;104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3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@BITSHIFT  Idea submision-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6" name="Google Shape;116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8" name="Google Shape;128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8" name="Google Shape;138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0" name="Google Shape;140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2" name="Google Shape;152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</a:t>
            </a:r>
            <a:r>
              <a:rPr lang="en-US">
                <a:solidFill>
                  <a:schemeClr val="lt1"/>
                </a:solidFill>
              </a:rPr>
              <a:t>BITSHIFT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</a:t>
            </a:r>
            <a:r>
              <a:rPr b="1" lang="en-US" sz="1800">
                <a:solidFill>
                  <a:srgbClr val="C00000"/>
                </a:solidFill>
              </a:rPr>
              <a:t>BITSHIFT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3">
            <a:alphaModFix/>
          </a:blip>
          <a:srcRect b="-9830" l="0" r="13096" t="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